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DD688-1337-5E61-9B95-A6CAEE53F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486E58-6D4A-E9E8-0E02-7E4432DDA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83D4E7-0529-D65E-9E94-CDA8BFD70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78934C-890F-2750-79CA-619DAFAF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E84CA-42AC-344D-04E3-78CE0B95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6619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2F980-FAC8-1635-38AB-D1C4FBBE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1A598A-70D1-0238-5C7F-DBAF24C99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8EB5A6-D7F1-1570-008F-95DFF761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8794A3-CA08-A095-39C9-F3870B9F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13BA7E-1AED-D2D7-E5B7-9FFF8557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940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BD7D6-661A-EF8F-2E4B-4DBC86A0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236244-5D51-29C9-486B-054CBADEB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4623A2-C266-4935-AEC0-5C48B33A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DDD05-BF85-2737-9673-17B5AC5D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813D4-7CA2-0166-FD60-8413B6A1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1732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6DCBC-D927-0D4C-8362-85484029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28FF8E-CCE7-689A-C218-197034463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A540B4-7C7E-351C-73D7-5C5E46F48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7DF369-EF2E-D277-2B8E-5D6C8E92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5E4717-3966-A3D8-5EF8-A7C3C8C8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B1908F-4CB8-D649-E33B-6ED81F1E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4677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6A57E-7CDD-8517-6C7C-920025A3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5DC7DB-A013-2551-8802-AFD967946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F9624D-A6ED-2D57-C2D6-6ADCD6CF8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17DA83-4CF9-5233-AA30-EB948B935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D93A73-793D-695F-1BB3-ADB9BF5F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233909-A9FC-D8A9-6DC1-D4C1B1E0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BD4549F-8E83-248F-6C22-746E193F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58FD1C-926D-8719-8EC7-8D9F4D009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3782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2E20E-A763-4855-BAF8-F9E3A8B8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B545F9-CB72-696E-3D3A-F3B74A1A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A0BE91-7516-CD08-B734-4A2DDF6CF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94FB50-9F40-28C1-C9D3-DBA8B5ED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3596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B963C1-997F-F8F9-A3B4-325F8726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73AFD0-467A-CAA7-7108-61DF51C0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DD9583-F0DB-4FD6-E4FA-A3AC5005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613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3194F-236D-E362-3B10-88C78935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16D95E-9786-CDC8-AC2A-1DA8B9E70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4FCB8A-0B03-B855-6061-47E760A7A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EDABDB-A9A1-55B2-B0DF-2F711BF4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01396B-0892-CD72-6DA0-39236B06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587302-C6C0-6DA5-567F-FC3728C3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0545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961A4-DAA7-586B-1AE8-6480077D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F8F3D3-BE31-31DE-25D2-2F3C10547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E565A2-9B1D-7425-699B-B189EDC8F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CD740D-5E18-4CE2-8109-4B04572B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52F9C8-AD1E-B143-52E7-0A7D73BF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003B9-4A71-656E-DE49-B682E08B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62158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9AC09-D252-32F2-C8F0-D1F98A63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457A1A-2EF2-52AB-AFA4-FDEE94887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56647D-B2A0-FBD4-D6FA-7D618D12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43100C-2CA0-902F-42DB-1B802B0D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66FDB-9305-54E0-6C25-A0FAF8B5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7490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DF85DA-26FA-2C8B-021E-E98BA9457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5F6B0D-E6D0-4CB5-AB85-AB2E619A9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EC68C8-C14A-0130-5D45-D5D6EB90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D8446-D6C7-7684-95D3-B1F91FE9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E8E7C8-5BA6-0EF3-1CC6-CBEE8CBF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1509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4610A-2C52-52D2-B0DA-9CE36E0E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762332-0E1F-701E-FDB6-197BCC139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ED2F71-C346-1AD0-142F-EF70FB62F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13E29-8B14-46E2-9B0D-9968E4AD21D4}" type="datetimeFigureOut">
              <a:rPr lang="ru-KZ" smtClean="0"/>
              <a:t>27.06.2026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9516BD-66B8-DD30-F8DC-7E300A8C8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A5268F-F1BD-200C-3360-F4A0988CA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0ECF8-9506-4D60-A816-A0398180C77F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6903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42818-0E40-8748-5881-78D5DFD55F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Программа конвертации валют с использованием </a:t>
            </a:r>
            <a:r>
              <a:rPr lang="en-US" b="1" dirty="0"/>
              <a:t>API</a:t>
            </a:r>
            <a:endParaRPr lang="ru-KZ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DC5E6F2-3685-DDB2-1C94-9E6EDFA5A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01072"/>
              </p:ext>
            </p:extLst>
          </p:nvPr>
        </p:nvGraphicFramePr>
        <p:xfrm>
          <a:off x="1523999" y="4069279"/>
          <a:ext cx="7512425" cy="1836686"/>
        </p:xfrm>
        <a:graphic>
          <a:graphicData uri="http://schemas.openxmlformats.org/drawingml/2006/table">
            <a:tbl>
              <a:tblPr firstRow="1" firstCol="1" bandRow="1"/>
              <a:tblGrid>
                <a:gridCol w="2384964">
                  <a:extLst>
                    <a:ext uri="{9D8B030D-6E8A-4147-A177-3AD203B41FA5}">
                      <a16:colId xmlns:a16="http://schemas.microsoft.com/office/drawing/2014/main" val="2331226562"/>
                    </a:ext>
                  </a:extLst>
                </a:gridCol>
                <a:gridCol w="5127461">
                  <a:extLst>
                    <a:ext uri="{9D8B030D-6E8A-4147-A177-3AD203B41FA5}">
                      <a16:colId xmlns:a16="http://schemas.microsoft.com/office/drawing/2014/main" val="3979609999"/>
                    </a:ext>
                  </a:extLst>
                </a:gridCol>
              </a:tblGrid>
              <a:tr h="611960">
                <a:tc>
                  <a:txBody>
                    <a:bodyPr/>
                    <a:lstStyle/>
                    <a:p>
                      <a:pPr indent="450215" algn="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Название программы</a:t>
                      </a:r>
                      <a:r>
                        <a:rPr lang="en-US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: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«</a:t>
                      </a:r>
                      <a:r>
                        <a:rPr lang="en-US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Python</a:t>
                      </a:r>
                      <a:r>
                        <a:rPr lang="ru-RU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-разработчик с использованием инструментов ИИ»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953457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indent="450215" algn="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Группа обучения</a:t>
                      </a:r>
                      <a:r>
                        <a:rPr lang="en-US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: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ПР-2-Р/2026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31573"/>
                  </a:ext>
                </a:extLst>
              </a:tr>
              <a:tr h="224404">
                <a:tc>
                  <a:txBody>
                    <a:bodyPr/>
                    <a:lstStyle/>
                    <a:p>
                      <a:pPr indent="450215" algn="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Срок обучения</a:t>
                      </a:r>
                      <a:r>
                        <a:rPr lang="en-US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: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25 мая – 29 июня 2026 г.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926536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indent="450215" algn="r">
                        <a:lnSpc>
                          <a:spcPct val="150000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Слушатель:</a:t>
                      </a:r>
                      <a:endParaRPr lang="ru-KZ" sz="1400" b="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Приколота Максим Дмитриевич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66523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indent="450215" algn="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Номер кейса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endParaRPr lang="ru-KZ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909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86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B4D38-BE86-4549-61A1-8B4B34A7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конвертации</a:t>
            </a:r>
            <a:endParaRPr lang="ru-KZ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B55422A-F196-4771-8FCE-190A58F93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3452"/>
            <a:ext cx="5510484" cy="48156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C7CF7A-76C5-A926-5F82-6A469A329501}"/>
              </a:ext>
            </a:extLst>
          </p:cNvPr>
          <p:cNvSpPr txBox="1"/>
          <p:nvPr/>
        </p:nvSpPr>
        <p:spPr>
          <a:xfrm>
            <a:off x="6714565" y="2064753"/>
            <a:ext cx="49574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Извлечение значений переменных из других функций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Обработка исключений на случай некорректной передачи суммы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Возвращение той же суммы в случае одинаковых валют на входе и выходе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Получение коэффициента и даты из функции </a:t>
            </a:r>
            <a:r>
              <a:rPr lang="en-US" dirty="0" err="1"/>
              <a:t>get_coef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Возвращение информации об отсутствии интернета в случае отсутствия значения коэффициента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Расчет итоговой суммы с округлениями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Возвращение результата с датой или без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16586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D28C-A71A-16C9-E949-6B44F9A9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0CA48C-839C-7B43-CCB9-B86D7811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3452"/>
            <a:ext cx="5510484" cy="520074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F0EB-0654-52EB-1860-3F9396ED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получения коэффициента и даты</a:t>
            </a:r>
            <a:endParaRPr lang="ru-K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26493-D0A0-0187-1C46-62A83F9CD080}"/>
              </a:ext>
            </a:extLst>
          </p:cNvPr>
          <p:cNvSpPr txBox="1"/>
          <p:nvPr/>
        </p:nvSpPr>
        <p:spPr>
          <a:xfrm>
            <a:off x="6732494" y="2901162"/>
            <a:ext cx="49574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Извлечение значений переменных из других функций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Обработка исключений на случай отсутствия кэша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Извлечение коэффициента из бесплатного </a:t>
            </a:r>
            <a:r>
              <a:rPr lang="en-US" dirty="0"/>
              <a:t>API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Фиксация даты и времени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Сохранение коэффициента, даты и времени в кэш</a:t>
            </a:r>
          </a:p>
        </p:txBody>
      </p:sp>
    </p:spTree>
    <p:extLst>
      <p:ext uri="{BB962C8B-B14F-4D97-AF65-F5344CB8AC3E}">
        <p14:creationId xmlns:p14="http://schemas.microsoft.com/office/powerpoint/2010/main" val="32270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FD4C-7DD0-3C94-D4C4-96D3B64B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33D46-BBBE-0EA8-AFFF-B182065A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Сохранение и загрузка кэша</a:t>
            </a:r>
            <a:endParaRPr lang="ru-K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4FA17D-4157-2E9B-17B5-FB3991D0EC85}"/>
              </a:ext>
            </a:extLst>
          </p:cNvPr>
          <p:cNvSpPr txBox="1"/>
          <p:nvPr/>
        </p:nvSpPr>
        <p:spPr>
          <a:xfrm>
            <a:off x="6714564" y="3455159"/>
            <a:ext cx="4957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Создание файла </a:t>
            </a:r>
            <a:r>
              <a:rPr lang="en-US" dirty="0" err="1"/>
              <a:t>json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Функция для загрузки данных в случае наличия и возвращение пустого словаря в случае отсутствия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Сохранение данных в кэш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8E1E30-663D-128D-EF20-30B9CB15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578" y="2970496"/>
            <a:ext cx="3859306" cy="244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9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E5BC-78A5-5BCD-7072-64BEFB74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C7AB0-A048-9F12-3E40-738F3187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для создания интерфейса</a:t>
            </a:r>
            <a:endParaRPr lang="ru-K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4438A-2554-C94D-DD50-E775DD3543F3}"/>
              </a:ext>
            </a:extLst>
          </p:cNvPr>
          <p:cNvSpPr txBox="1"/>
          <p:nvPr/>
        </p:nvSpPr>
        <p:spPr>
          <a:xfrm>
            <a:off x="6096000" y="2675230"/>
            <a:ext cx="49574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Наследование от классу </a:t>
            </a:r>
            <a:r>
              <a:rPr lang="en-US" dirty="0" err="1"/>
              <a:t>QWidget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Заголовок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Размер окна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Центрирование при расширении окна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Выпадающие списки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Поле для ввода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Кнопки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Место для результата расчета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Место для даты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Добавление функционала в </a:t>
            </a:r>
            <a:r>
              <a:rPr lang="en-US" dirty="0"/>
              <a:t>layout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19AA8F-F748-21AD-FC83-2C86262B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3" y="1604207"/>
            <a:ext cx="2909046" cy="34986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27E9D26-D31B-FC14-9DE7-C948FE828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9"/>
          <a:stretch>
            <a:fillRect/>
          </a:stretch>
        </p:blipFill>
        <p:spPr>
          <a:xfrm>
            <a:off x="1905003" y="4849430"/>
            <a:ext cx="2909046" cy="164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9591-6A34-A1F5-07B1-D26B83A0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5F01B-83BC-F1F0-C57D-1F5408A3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реверса курса</a:t>
            </a:r>
            <a:endParaRPr lang="ru-K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29B3F-BE3F-1693-C575-8EA6D11389ED}"/>
              </a:ext>
            </a:extLst>
          </p:cNvPr>
          <p:cNvSpPr txBox="1"/>
          <p:nvPr/>
        </p:nvSpPr>
        <p:spPr>
          <a:xfrm>
            <a:off x="6176681" y="3614757"/>
            <a:ext cx="4957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Меняет местами имеющуюся и запрашиваемую валюта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Применяет функцию конвертации для нового статуса валют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D319B3-A39C-DA5A-4860-995FD6628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8" y="3429000"/>
            <a:ext cx="4496427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6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4006-1888-4F4B-192F-82D6E49D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26ECD-2C3B-7131-BEF1-76ADBFCF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приложения</a:t>
            </a:r>
            <a:endParaRPr lang="ru-KZ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4BE870-23AC-B864-E866-8BEB7AED3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338" y="1907589"/>
            <a:ext cx="5725324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2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B155-B63B-0E15-27A7-4CC61F5D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479CA-312A-BF0C-EDB3-099BF1D7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  <a:endParaRPr lang="ru-K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5CEC8-EBF9-05B6-BDC0-430046B133CD}"/>
              </a:ext>
            </a:extLst>
          </p:cNvPr>
          <p:cNvSpPr txBox="1"/>
          <p:nvPr/>
        </p:nvSpPr>
        <p:spPr>
          <a:xfrm>
            <a:off x="838200" y="2248850"/>
            <a:ext cx="49574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eriod"/>
            </a:pPr>
            <a:r>
              <a:rPr lang="ru-RU" dirty="0"/>
              <a:t>Библиотеки (пакеты):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Datetime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Decimal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Os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PyQt6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ru-RU" dirty="0" err="1"/>
              <a:t>equests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sys</a:t>
            </a:r>
            <a:endParaRPr lang="ru-KZ" dirty="0"/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Веб-ресурсы</a:t>
            </a:r>
            <a:r>
              <a:rPr lang="en-US" dirty="0"/>
              <a:t>:</a:t>
            </a:r>
            <a:r>
              <a:rPr lang="ru-RU" dirty="0"/>
              <a:t> 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https://api.frankfurter.dev</a:t>
            </a:r>
            <a:endParaRPr lang="ru-K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https</a:t>
            </a:r>
            <a:r>
              <a:rPr lang="ru-RU" dirty="0"/>
              <a:t>://</a:t>
            </a:r>
            <a:r>
              <a:rPr lang="en-US" dirty="0" err="1"/>
              <a:t>chatgpt</a:t>
            </a:r>
            <a:r>
              <a:rPr lang="ru-RU" dirty="0"/>
              <a:t>.</a:t>
            </a:r>
            <a:r>
              <a:rPr lang="en-US" dirty="0"/>
              <a:t>com</a:t>
            </a:r>
            <a:r>
              <a:rPr lang="ru-RU" dirty="0"/>
              <a:t>/</a:t>
            </a:r>
            <a:endParaRPr lang="ru-K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https</a:t>
            </a:r>
            <a:r>
              <a:rPr lang="ru-RU" dirty="0"/>
              <a:t>://</a:t>
            </a:r>
            <a:r>
              <a:rPr lang="en-US" dirty="0" err="1"/>
              <a:t>github</a:t>
            </a:r>
            <a:r>
              <a:rPr lang="ru-RU" dirty="0"/>
              <a:t>.</a:t>
            </a:r>
            <a:r>
              <a:rPr lang="en-US" dirty="0"/>
              <a:t>com</a:t>
            </a:r>
            <a:r>
              <a:rPr lang="ru-RU" dirty="0"/>
              <a:t>/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2158213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245</Words>
  <Application>Microsoft Office PowerPoint</Application>
  <PresentationFormat>Широкоэкранный</PresentationFormat>
  <Paragraphs>57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Программа конвертации валют с использованием API</vt:lpstr>
      <vt:lpstr>Функция конвертации</vt:lpstr>
      <vt:lpstr>Функция получения коэффициента и даты</vt:lpstr>
      <vt:lpstr>Сохранение и загрузка кэша</vt:lpstr>
      <vt:lpstr>Класс для создания интерфейса</vt:lpstr>
      <vt:lpstr>Функция реверса курса</vt:lpstr>
      <vt:lpstr>Интерфейс приложения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Приколота</dc:creator>
  <cp:lastModifiedBy>Максим Приколота</cp:lastModifiedBy>
  <cp:revision>2</cp:revision>
  <dcterms:created xsi:type="dcterms:W3CDTF">2026-06-27T13:29:08Z</dcterms:created>
  <dcterms:modified xsi:type="dcterms:W3CDTF">2026-06-27T14:13:19Z</dcterms:modified>
</cp:coreProperties>
</file>